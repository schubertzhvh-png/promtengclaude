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Niklāvs Strunke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E6E6E6"/>
                </a:solidFill>
              </a:defRPr>
            </a:pPr>
            <a:r>
              <a:t>Latviešu modernistu gleznotājs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E6E6E6"/>
                </a:solidFill>
              </a:defRPr>
            </a:pPr>
            <a:r>
              <a:t>(1894–1966)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</a:defRPr>
            </a:pPr>
            <a:r>
              <a:t>Saturs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5486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1. Biogrāfija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7315200" cy="5486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2. Mākslinieciskā darbība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7315200" cy="5486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3. Ieguldījums grāmatu ilustrācijā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03320"/>
            <a:ext cx="7315200" cy="5486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4. Mākslinieciskās grupas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7315200" cy="5486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5. Pazīstamākie darbi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74920"/>
            <a:ext cx="7315200" cy="5486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6. Mantojums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7315200" cy="5486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7. Avoti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</a:defRPr>
            </a:pPr>
            <a:r>
              <a:t>Biogrāfija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1894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5943600" cy="4572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Dzimis 6. oktobrī Gostiņinā, Krievijas impērijā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1909-1911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194560"/>
            <a:ext cx="5943600" cy="4572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Mācījās pie Nikolaja Rēriha un Ivana Bilibina Sanktpēterburgā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1915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0"/>
            <a:ext cx="5943600" cy="4572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Iestājās 6. Latviešu strēlnieku pulka izlūkošanas nodaļā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1944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657600"/>
            <a:ext cx="5943600" cy="4572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Emigrēja uz Zviedriju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1966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389120"/>
            <a:ext cx="5943600" cy="4572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Miris 13. oktobrī Romā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</a:defRPr>
            </a:pPr>
            <a:r>
              <a:t>Mākslinieciskā darbība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Niklāvs Strunke bija viens no oriģinālākajiem latviešu modernistu paaudzes māksliniekiem.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65760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Darbu žanri</a:t>
            </a:r>
          </a:p>
          <a:p>
            <a:pPr>
              <a:defRPr sz="1800">
                <a:solidFill>
                  <a:srgbClr val="323232"/>
                </a:solidFill>
              </a:defRPr>
            </a:pP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Glezniecība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Grafika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Vitrāžas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Scenogrāfija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365760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Literārā darbība</a:t>
            </a:r>
          </a:p>
          <a:p>
            <a:pPr>
              <a:defRPr sz="1800">
                <a:solidFill>
                  <a:srgbClr val="323232"/>
                </a:solidFill>
              </a:defRPr>
            </a:pP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Rakstīja par mākslu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Publicējās ar pseidonīmu Pālmeņu Klāvs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Ieguldījums grāmatu ilustrācijā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Periodā no 1920. līdz 1944. gadam Strunke sniedza milzīgu ieguldījumu latviešu grāmatu kultūrā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3200400" cy="2743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67EEA"/>
                </a:solidFill>
              </a:defRPr>
            </a:pPr>
            <a:r>
              <a:t>Grāmatu vāki</a:t>
            </a:r>
          </a:p>
          <a:p>
            <a:pPr algn="ctr">
              <a:defRPr sz="1800">
                <a:solidFill>
                  <a:srgbClr val="323232"/>
                </a:solidFill>
              </a:defRPr>
            </a:pPr>
          </a:p>
          <a:p>
            <a:pPr algn="ctr">
              <a:defRPr sz="5600" b="1">
                <a:solidFill>
                  <a:srgbClr val="667EEA"/>
                </a:solidFill>
              </a:defRPr>
            </a:pPr>
            <a:r>
              <a:t>700+</a:t>
            </a:r>
          </a:p>
          <a:p>
            <a:pPr algn="ctr">
              <a:defRPr sz="1800">
                <a:solidFill>
                  <a:srgbClr val="323232"/>
                </a:solidFill>
              </a:defRPr>
            </a:pPr>
          </a:p>
          <a:p>
            <a:pPr algn="ctr">
              <a:defRPr sz="1800">
                <a:solidFill>
                  <a:srgbClr val="323232"/>
                </a:solidFill>
              </a:defRPr>
            </a:pPr>
            <a:r>
              <a:t>Vairāk nekā 700 grāmatu vāki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103120"/>
            <a:ext cx="3200400" cy="2743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764BA2"/>
                </a:solidFill>
              </a:defRPr>
            </a:pPr>
            <a:r>
              <a:t>Ilustrācijas</a:t>
            </a:r>
          </a:p>
          <a:p>
            <a:pPr algn="ctr">
              <a:defRPr sz="1800">
                <a:solidFill>
                  <a:srgbClr val="323232"/>
                </a:solidFill>
              </a:defRPr>
            </a:pPr>
          </a:p>
          <a:p>
            <a:pPr algn="ctr">
              <a:defRPr sz="5600" b="1">
                <a:solidFill>
                  <a:srgbClr val="764BA2"/>
                </a:solidFill>
              </a:defRPr>
            </a:pPr>
            <a:r>
              <a:t>~30</a:t>
            </a:r>
          </a:p>
          <a:p>
            <a:pPr algn="ctr">
              <a:defRPr sz="1800">
                <a:solidFill>
                  <a:srgbClr val="323232"/>
                </a:solidFill>
              </a:defRPr>
            </a:pPr>
          </a:p>
          <a:p>
            <a:pPr algn="ctr">
              <a:defRPr sz="1800">
                <a:solidFill>
                  <a:srgbClr val="323232"/>
                </a:solidFill>
              </a:defRPr>
            </a:pPr>
            <a:r>
              <a:t>Aptuveni 30 romāni, dzejas un pasakas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</a:defRPr>
            </a:pPr>
            <a:r>
              <a:t>Mākslinieciskās grupas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Rīgas Mākslas grupa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Strunke pievienojās inovatīvajai ekspresionistu grupai, kas orientējās uz franču mākslu un pēc Pirmā pasaules kara kļuva par Rīgas Mākslas grupu.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Stila īpašības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Modernistiskie virzieni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Ekspresionisms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Franču ietekme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Oriģināls autorraksts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</a:defRPr>
            </a:pPr>
            <a:r>
              <a:t>Pazīstamākie darbi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0" cy="3657600"/>
          </a:xfrm>
          <a:prstGeom prst="roundRect">
            <a:avLst/>
          </a:prstGeom>
          <a:solidFill>
            <a:srgbClr val="C8D2E6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[Vieta attēlam]</a:t>
            </a:r>
          </a:p>
          <a:p>
            <a:pPr algn="ctr">
              <a:defRPr sz="2000" b="1">
                <a:solidFill>
                  <a:srgbClr val="323232"/>
                </a:solidFill>
              </a:defRPr>
            </a:pPr>
          </a:p>
          <a:p>
            <a:pPr algn="ctr">
              <a:defRPr sz="2000" b="1">
                <a:solidFill>
                  <a:srgbClr val="323232"/>
                </a:solidFill>
              </a:defRPr>
            </a:pPr>
            <a:r>
              <a:t>"Cilvēks, kas ieiet istabā"</a:t>
            </a:r>
          </a:p>
          <a:p>
            <a:pPr algn="ctr">
              <a:defRPr sz="2000" b="1">
                <a:solidFill>
                  <a:srgbClr val="323232"/>
                </a:solidFill>
              </a:defRPr>
            </a:pPr>
            <a:r>
              <a:t>(1927)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"Cilvēks, kas ieiet istabā" (1927)</a:t>
            </a:r>
          </a:p>
          <a:p>
            <a:pPr>
              <a:defRPr sz="1800">
                <a:solidFill>
                  <a:srgbClr val="323232"/>
                </a:solidFill>
              </a:defRPr>
            </a:pP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Viena no slavenākajām mākslinieka gleznām, iekļauta Latvijas kultūras kanonā.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Radošā darba raksturojums: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• Unikāls modernistiskais stils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• Darbi Latvijas muzeju kolekcijās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4206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• Grafiskie darbi LU bibliotēkā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• Izstādīti Tate galerijā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</a:defRPr>
            </a:pPr>
            <a:r>
              <a:t>Mantojums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Starptautiskā atzinība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Darbi izstādīti prestižās pasaules galerijās un muzejās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Pārstāvēts Tate galerijā (Lielbritānija)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Darbi pārdoti starptautiskos izsoles namos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Nozīme latviešu kultūrai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Viens no galvenajiem latviešu modernisma pārstāvjiem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Milzīga ietekme uz latviešu grāmatu grafiku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Darbi iekļauti Latvijas kultūras kanonā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0FA"/>
            </a:gs>
            <a:gs pos="100000">
              <a:srgbClr val="FFFF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</a:defRPr>
            </a:pPr>
            <a:r>
              <a:t>Avoti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68096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Wikipedia: Niklāvs Strunke (en.wikipedia.org)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768096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Tate Gallery: Niklavs Strunke 1894–1966 (tate.org.uk)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768096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Latvijas Kultūras kanons: Glezna "Cilvēks, kas ieiet istabā" (kulturaskanons.lv)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768096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Rīgas Centrālā bibliotēka: Kultūras trešdienā – Niklāvs Strunke (rcb.lv)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768096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Art UK: Strunke, Niklāvs, 1894–1966 (artuk.org)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7680960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MutualArt: Niklavs Strunke Artworks at Auction (mutualart.com)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Paldies par uzmanību!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E6E6E6"/>
                </a:solidFill>
              </a:defRPr>
            </a:pPr>
            <a:r>
              <a:t>Niklāvs Strunke (1894–1966)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